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5968" y="1133856"/>
            <a:ext cx="512064" cy="512064"/>
          </a:xfrm>
          <a:prstGeom prst="line">
            <a:avLst/>
          </a:prstGeom>
          <a:noFill/>
          <a:ln w="40640">
            <a:solidFill>
              <a:srgbClr val="E8B6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4315968" y="1133856"/>
            <a:ext cx="512064" cy="512064"/>
          </a:xfrm>
          <a:prstGeom prst="line">
            <a:avLst/>
          </a:prstGeom>
          <a:noFill/>
          <a:ln w="40640">
            <a:solidFill>
              <a:srgbClr val="FFD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783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1400" kern="0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LOXLEY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OUTLAW'S TRUE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31272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DEX for Robinhood Chain. </a:t>
            </a:r>
            <a:pPr algn="ctr" indent="0" marL="0">
              <a:buNone/>
            </a:pPr>
            <a:r>
              <a:rPr lang="en-US" sz="1500" i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the spread. Share the spoils.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77440" y="3886200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38862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ROBINHOOD CHAIN TESTNET</a:t>
            </a:r>
            <a:pPr algn="ctr" indent="0" marL="0">
              <a:buNone/>
            </a:pPr>
            <a:r>
              <a:rPr lang="en-US" sz="11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chainId 46630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Open House 2026 · Dubai Buildathon · Robinhood Chain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chain needs a canon. Fees need a conscience.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1812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67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LOXLEY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canonical DEX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ecosystem consolidates around one exchange — Uniswap on Ethereum, PancakeSwap on BNB, Camelot on Arbitrum. Robinhood Chain's seat is empty, and everything else (lending, RWAs, agents) composes on top of whoever takes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93776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flow to insiders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78892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fees on every major DEX accrue to treasuries and token holders — never to the small traders whose volume creates them. The users who make a DEX canonical are the last to see any of its take.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— ROBIN HOOD, ON ROBINHOOD'S 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Merry Men's Share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1812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67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LOXLEY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568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swap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0.30% fee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2606040" y="1737360"/>
            <a:ext cx="960120" cy="365760"/>
          </a:xfrm>
          <a:prstGeom prst="line">
            <a:avLst/>
          </a:prstGeom>
          <a:noFill/>
          <a:ln w="25400">
            <a:solidFill>
              <a:srgbClr val="2FD0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697480"/>
            <a:ext cx="960120" cy="502920"/>
          </a:xfrm>
          <a:prstGeom prst="line">
            <a:avLst/>
          </a:prstGeom>
          <a:noFill/>
          <a:ln w="25400">
            <a:solidFill>
              <a:srgbClr val="E8B64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11880" y="129844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399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Hoard LPs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1728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0.25% — steady yield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2788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28895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Merry Men's chest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0.05% → ½ Share · ½ guild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246120"/>
            <a:ext cx="777240" cy="0"/>
          </a:xfrm>
          <a:prstGeom prst="line">
            <a:avLst/>
          </a:prstGeom>
          <a:noFill/>
          <a:ln w="25400">
            <a:solidFill>
              <a:srgbClr val="E8B64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6517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small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claim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epochs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2606040" cy="676656"/>
          </a:xfrm>
          <a:prstGeom prst="roundRect">
            <a:avLst>
              <a:gd name="adj" fmla="val 10811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or LP'd in the last 30 days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gate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977640"/>
            <a:ext cx="2606040" cy="676656"/>
          </a:xfrm>
          <a:prstGeom prst="roundRect">
            <a:avLst>
              <a:gd name="adj" fmla="val 10811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under the wealth threshold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29000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whales pay in, never claim out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3977640"/>
            <a:ext cx="2606040" cy="676656"/>
          </a:xfrm>
          <a:prstGeom prst="roundRect">
            <a:avLst>
              <a:gd name="adj" fmla="val 10811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by capped activity points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17920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spam-damped · split fixed at deploy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ROBINHOOD CHAIN TESTNET · CHAINID 46630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prototype. Deployed and swapping.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1812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67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LOXLEY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64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GreenwoodRouter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6032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0xD76e7a2A8B3c06D62b3F57622a15b9F27945CEA2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LoxleyFactory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0x9CbDE27ACEdd5DDd4BC7A152247BeB929C1144F7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MerryMenShare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2761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0xf1553459b978Aa8c9B85b0769dB3b3D8D2AD1356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33101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LoxToken ($LOX)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3310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0x5355Ca93a24821bc77ee6d19DAF29219328afBc6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858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BowStaking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6032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0xb274cf9770D87cb5c1D3DcAc0495D14814EbB809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4224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explorer.testnet.chain.robinhood.com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4630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pools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ETH/GOLD · ETH/SILV · ETH/LOX · GOLD/SILV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2258568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accruing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624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LP already minted from real swaps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3054096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1272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MetaMask, end-to-end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confirmed via public RPC + explorer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3849624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9227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Foundry tests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42153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money path, incl. fuzzed K-invariant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THE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finished product with a signature feel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1812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67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LOXLEY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37360"/>
            <a:ext cx="384048" cy="384048"/>
          </a:xfrm>
          <a:prstGeom prst="ellipse">
            <a:avLst/>
          </a:prstGeom>
          <a:solidFill>
            <a:srgbClr val="FFD76F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Arrow-flight animation, slippage + deadline protection, explorer receipts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737360"/>
            <a:ext cx="384048" cy="384048"/>
          </a:xfrm>
          <a:prstGeom prst="ellipse">
            <a:avLst/>
          </a:prstGeom>
          <a:solidFill>
            <a:srgbClr val="2FD08C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Hoards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9496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liquidity, live APR estimates, LP position 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542032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" y="2816352"/>
            <a:ext cx="384048" cy="384048"/>
          </a:xfrm>
          <a:prstGeom prst="ellipse">
            <a:avLst/>
          </a:prstGeom>
          <a:solidFill>
            <a:srgbClr val="FFD76F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2660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2953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checklist, epoch ledger, permissionless finalize, one-click claim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542032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2816352"/>
            <a:ext cx="384048" cy="384048"/>
          </a:xfrm>
          <a:prstGeom prst="ellipse">
            <a:avLst/>
          </a:prstGeom>
          <a:solidFill>
            <a:srgbClr val="2FD08C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2660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Bow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394960" y="2953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$LOX staking with per-second reward streams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621024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4088" y="3895344"/>
            <a:ext cx="384048" cy="384048"/>
          </a:xfrm>
          <a:prstGeom prst="ellipse">
            <a:avLst/>
          </a:prstGeom>
          <a:solidFill>
            <a:srgbClr val="FFD76F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3739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34440" y="40325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TVL, volume, per-pool analytics straight from on-chain events — no indexer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21024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3895344"/>
            <a:ext cx="384048" cy="384048"/>
          </a:xfrm>
          <a:prstGeom prst="ellipse">
            <a:avLst/>
          </a:prstGeom>
          <a:solidFill>
            <a:srgbClr val="2FD08C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94960" y="3739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Multichain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394960" y="40325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One-file chain config: local demo, testnet 46630, mainnet 4663, Arb Sepolia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7365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6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Dark-greenwood design system · fireflies under 5% CPU · fully responsive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 CHAIN TRACK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exactly what the judges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1812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67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LOXLEY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910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v2 core ported cleanly to 0.8.x; the one novel contract (the Share) is small, transparent, and fully tested. 40/40 green.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910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clarity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explains it: the DEX that gives the protocol fee back to its small traders. The UI makes the mechanism visible, not buried.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2186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alignment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5478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Hood mechanism design on Robinhood's own chain — public-domain legend, zero trademark exposure, disclaimer everywhere. Made to be the chain's canonical DEX.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090672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2186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potential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35478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path: audit → mainnet → sybil-resistant Share v2 → RWA token integrations as they land on-chain. Honest about v1 limits in writing.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GOES TO HARDENING, NOT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the 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1812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67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LOXLEY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2212848"/>
            <a:ext cx="7223760" cy="0"/>
          </a:xfrm>
          <a:prstGeom prst="line">
            <a:avLst/>
          </a:prstGeom>
          <a:noFill/>
          <a:ln w="19050">
            <a:solidFill>
              <a:srgbClr val="2A4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6736" y="2075688"/>
            <a:ext cx="274320" cy="274320"/>
          </a:xfrm>
          <a:prstGeom prst="ellipse">
            <a:avLst/>
          </a:prstGeom>
          <a:solidFill>
            <a:srgbClr val="E8B64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wks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" y="248716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 of core + treasury; expanded fuzz &amp; invariant suites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46704" y="2075688"/>
            <a:ext cx="274320" cy="274320"/>
          </a:xfrm>
          <a:prstGeom prst="ellipse">
            <a:avLst/>
          </a:prstGeom>
          <a:solidFill>
            <a:srgbClr val="E8B64C"/>
          </a:solidFill>
          <a:ln/>
        </p:spPr>
      </p:sp>
      <p:sp>
        <p:nvSpPr>
          <p:cNvPr id="11" name="Text 9"/>
          <p:cNvSpPr/>
          <p:nvPr/>
        </p:nvSpPr>
        <p:spPr>
          <a:xfrm>
            <a:off x="2688336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88336" y="1828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wks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15184" y="248716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 on Robinhood Chain — canonical WETH, timelocked admin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76672" y="2075688"/>
            <a:ext cx="274320" cy="274320"/>
          </a:xfrm>
          <a:prstGeom prst="ellipse">
            <a:avLst/>
          </a:prstGeom>
          <a:solidFill>
            <a:srgbClr val="E8B64C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18304" y="1828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wks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248716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Merry Men's Share v2: sybil-resistant eligibility, LP fee dashboards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2075688"/>
            <a:ext cx="274320" cy="274320"/>
          </a:xfrm>
          <a:prstGeom prst="ellipse">
            <a:avLst/>
          </a:prstGeom>
          <a:solidFill>
            <a:srgbClr val="2FD08C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48272" y="18288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487168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SDK, token lists, RWA integrations as assets land on-chain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71B10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0782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prize + Arbitrum Foundation grant consideration, funding the audit and mainnet launch. The product is already built — we're asking to make it safe and permanent.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06440" y="36576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0B2818"/>
          </a:solidFill>
          <a:ln w="9525">
            <a:solidFill>
              <a:srgbClr val="2A463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Loxley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40599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repo links in submission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B2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Robinhood Chain testnet · 46630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Loxley — Flagship DEX for Robinhood Chain</dc:title>
  <dc:subject>PptxGenJS Presentation</dc:subject>
  <dc:creator>Loxley</dc:creator>
  <cp:lastModifiedBy>Loxley</cp:lastModifiedBy>
  <cp:revision>1</cp:revision>
  <dcterms:created xsi:type="dcterms:W3CDTF">2026-07-05T04:36:43Z</dcterms:created>
  <dcterms:modified xsi:type="dcterms:W3CDTF">2026-07-05T04:36:43Z</dcterms:modified>
</cp:coreProperties>
</file>