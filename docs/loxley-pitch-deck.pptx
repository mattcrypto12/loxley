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A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15968" y="1133856"/>
            <a:ext cx="512064" cy="512064"/>
          </a:xfrm>
          <a:prstGeom prst="line">
            <a:avLst/>
          </a:prstGeom>
          <a:noFill/>
          <a:ln w="40640">
            <a:solidFill>
              <a:srgbClr val="E8B6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4315968" y="1133856"/>
            <a:ext cx="512064" cy="512064"/>
          </a:xfrm>
          <a:prstGeom prst="line">
            <a:avLst/>
          </a:prstGeom>
          <a:noFill/>
          <a:ln w="40640">
            <a:solidFill>
              <a:srgbClr val="FFD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783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1400" kern="0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OUTLAW'S TRUE NAME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71600" y="31272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DEX for Robinhood Chain. </a:t>
            </a:r>
            <a:pPr algn="ctr" indent="0" marL="0">
              <a:buNone/>
            </a:pPr>
            <a:r>
              <a:rPr lang="en-US" sz="1500" i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the spread. Share the spoils.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77440" y="3886200"/>
            <a:ext cx="4389120" cy="566928"/>
          </a:xfrm>
          <a:prstGeom prst="roundRect">
            <a:avLst>
              <a:gd name="adj" fmla="val 12903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77440" y="388620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ROBINHOOD CHAIN TESTNET</a:t>
            </a:r>
            <a:pPr algn="ctr"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chainId 46630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Arbitrum Open House 2026 · Dubai Buildathon · Robinhood Chain Track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chain needs a canon. Fees need a conscience.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6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canonical DEX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ecosystem consolidates around one exchange — Uniswap on Ethereum, PancakeSwap on BNB, Camelot on Arbitrum. Robinhood Chain's seat is empty, and everything else (lending, RWAs, agents) composes on top of whoever takes 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6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93776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flow to insiders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2788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fees on every major DEX accrue to treasuries and token holders — never to the small traders whose volume creates them. The users who make a DEX canonical are the last to see any of its take.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— ROBIN HOOD, ON ROBINHOOD'S CHAIN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Merry Men's Share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9568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swap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2304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0.30% fee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V="1">
            <a:off x="2606040" y="1737360"/>
            <a:ext cx="960120" cy="365760"/>
          </a:xfrm>
          <a:prstGeom prst="line">
            <a:avLst/>
          </a:prstGeom>
          <a:noFill/>
          <a:ln w="25400">
            <a:solidFill>
              <a:srgbClr val="2FD0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06040" y="2697480"/>
            <a:ext cx="960120" cy="502920"/>
          </a:xfrm>
          <a:prstGeom prst="line">
            <a:avLst/>
          </a:prstGeom>
          <a:noFill/>
          <a:ln w="25400">
            <a:solidFill>
              <a:srgbClr val="E8B64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11880" y="1298448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11880" y="13990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Hoard LPs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1728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0.25% — steady yield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11880" y="27889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28895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Merry Men's chest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0.05% of all volume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3246120"/>
            <a:ext cx="777240" cy="0"/>
          </a:xfrm>
          <a:prstGeom prst="line">
            <a:avLst/>
          </a:prstGeom>
          <a:noFill/>
          <a:ln w="25400">
            <a:solidFill>
              <a:srgbClr val="E8B64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0" y="265176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788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small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claim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epochs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77640"/>
            <a:ext cx="2606040" cy="676656"/>
          </a:xfrm>
          <a:prstGeom prst="roundRect">
            <a:avLst>
              <a:gd name="adj" fmla="val 10811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Swapped or LP'd in the last 30 days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gate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3977640"/>
            <a:ext cx="2606040" cy="676656"/>
          </a:xfrm>
          <a:prstGeom prst="roundRect">
            <a:avLst>
              <a:gd name="adj" fmla="val 10811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2900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under the wealth threshold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2900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whales pay in, never claim out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3977640"/>
            <a:ext cx="2606040" cy="676656"/>
          </a:xfrm>
          <a:prstGeom prst="roundRect">
            <a:avLst>
              <a:gd name="adj" fmla="val 10811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by capped activity points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1792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spam-damped, fully on-chain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ROBINHOOD CHAIN TESTNET · CHAINID 46630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prototype. Deployed and swapping.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642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GreenwoodRouter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560320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0xc1B3d94b980F83De0909cf7BB7da833aCfC56720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22128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LoxleyFactory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56032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0xbA2717Be7ad661B5582d9050735d85Dec043225F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27614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MerryMenShare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27614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0xEC81858FaB25e9C5C081777B9243E68E5Bc7f6F5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3310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LoxToken ($LOX)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560320" y="3310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0x6662Fb018E2f92ccA89B30C5c223004455b746CE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38587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BowStaking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56032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0x06F140568bE0f5eb7B562dd3ebBf037F6B95E9f5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42245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explorer.testnet.chain.robinhood.com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146304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0" y="1536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live pools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ETH/GOLD · ETH/SILV · ETH/LOX · GOLD/SILV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43600" y="2258568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23317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accruing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26243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LP already minted from real swaps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0" y="3054096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126480" y="31272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MetaMask, end-to-end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341985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 confirmed via public RPC + explorer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43600" y="3849624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26480" y="39227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Foundry tests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6480" y="42153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money path, incl. fuzzed K-invariant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IS THE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finished product with a signature feel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737360"/>
            <a:ext cx="384048" cy="384048"/>
          </a:xfrm>
          <a:prstGeom prst="ellipse">
            <a:avLst/>
          </a:prstGeom>
          <a:solidFill>
            <a:srgbClr val="FFD76F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581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Arrow-flight animation, slippage + deadline protection, explorer receipts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64608" y="1737360"/>
            <a:ext cx="384048" cy="384048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12" name="Text 10"/>
          <p:cNvSpPr/>
          <p:nvPr/>
        </p:nvSpPr>
        <p:spPr>
          <a:xfrm>
            <a:off x="48646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1581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Hoards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 liquidity, live APR estimates, LP position dashboard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42032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4088" y="2816352"/>
            <a:ext cx="384048" cy="384048"/>
          </a:xfrm>
          <a:prstGeom prst="ellipse">
            <a:avLst/>
          </a:prstGeom>
          <a:solidFill>
            <a:srgbClr val="FFD76F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34440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checklist, epoch ledger, permissionless finalize, one-click claim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542032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64608" y="2816352"/>
            <a:ext cx="384048" cy="384048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22" name="Text 20"/>
          <p:cNvSpPr/>
          <p:nvPr/>
        </p:nvSpPr>
        <p:spPr>
          <a:xfrm>
            <a:off x="4864608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94960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Bow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394960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$LOX staking with per-second reward streams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621024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04088" y="3895344"/>
            <a:ext cx="384048" cy="384048"/>
          </a:xfrm>
          <a:prstGeom prst="ellipse">
            <a:avLst/>
          </a:prstGeom>
          <a:solidFill>
            <a:srgbClr val="FFD76F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34440" y="3739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234440" y="40325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TVL, volume, per-pool analytics straight from on-chain events — no indexer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621024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64608" y="3895344"/>
            <a:ext cx="384048" cy="384048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32" name="Text 30"/>
          <p:cNvSpPr/>
          <p:nvPr/>
        </p:nvSpPr>
        <p:spPr>
          <a:xfrm>
            <a:off x="4864608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8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394960" y="3739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Multichain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5394960" y="40325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One-file chain config: local demo, testnet 46630, mainnet 4663, Arb Sepolia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73659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6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Dark-greenwood design system · fireflies under 5% CPU · fully responsive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ROBINHOOD CHAIN TRACK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exactly what the judges score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9105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Battle-tested v2 core ported cleanly to 0.8.x; the one novel contract (the Share) is small, transparent, and fully tested. 40/40 green.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9105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clarity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92040" y="192024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explains it: the DEX that gives the protocol fee back to its small traders. The UI makes the mechanism visible, not buried.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090672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2186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alignment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35478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Hood mechanism design on Robinhood's own chain — public-domain legend, zero trademark exposure, disclaimer everywhere. Made to be the chain's canonical DEX.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090672"/>
            <a:ext cx="3977640" cy="1481328"/>
          </a:xfrm>
          <a:prstGeom prst="roundRect">
            <a:avLst>
              <a:gd name="adj" fmla="val 4938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92040" y="32186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potential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92040" y="35478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path: audit → mainnet → sybil-resistant Share v2 → RWA token integrations as they land on-chain. Honest about v1 limits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412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GOES TO HARDENING, NOT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&amp; the ask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18120" y="48280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67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212848"/>
            <a:ext cx="7223760" cy="0"/>
          </a:xfrm>
          <a:prstGeom prst="line">
            <a:avLst/>
          </a:prstGeom>
          <a:noFill/>
          <a:ln w="19050">
            <a:solidFill>
              <a:srgbClr val="2A4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6736" y="2075688"/>
            <a:ext cx="274320" cy="274320"/>
          </a:xfrm>
          <a:prstGeom prst="ellipse">
            <a:avLst/>
          </a:prstGeom>
          <a:solidFill>
            <a:srgbClr val="E8B64C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wks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85216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of core + treasury; expanded fuzz &amp; invariant suites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46704" y="2075688"/>
            <a:ext cx="274320" cy="274320"/>
          </a:xfrm>
          <a:prstGeom prst="ellipse">
            <a:avLst/>
          </a:prstGeom>
          <a:solidFill>
            <a:srgbClr val="E8B64C"/>
          </a:solidFill>
          <a:ln/>
        </p:spPr>
      </p:sp>
      <p:sp>
        <p:nvSpPr>
          <p:cNvPr id="11" name="Text 9"/>
          <p:cNvSpPr/>
          <p:nvPr/>
        </p:nvSpPr>
        <p:spPr>
          <a:xfrm>
            <a:off x="2688336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88336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wks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15184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launch on Robinhood Chain — canonical WETH, timelocked admin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76672" y="2075688"/>
            <a:ext cx="274320" cy="274320"/>
          </a:xfrm>
          <a:prstGeom prst="ellipse">
            <a:avLst/>
          </a:prstGeom>
          <a:solidFill>
            <a:srgbClr val="E8B64C"/>
          </a:solidFill>
          <a:ln/>
        </p:spPr>
      </p:sp>
      <p:sp>
        <p:nvSpPr>
          <p:cNvPr id="15" name="Text 13"/>
          <p:cNvSpPr/>
          <p:nvPr/>
        </p:nvSpPr>
        <p:spPr>
          <a:xfrm>
            <a:off x="4718304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18304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wks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45152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Merry Men's Share v2: sybil-resistant eligibility, LP fee dashboards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2075688"/>
            <a:ext cx="274320" cy="274320"/>
          </a:xfrm>
          <a:prstGeom prst="ellipse">
            <a:avLst/>
          </a:prstGeom>
          <a:solidFill>
            <a:srgbClr val="2FD08C"/>
          </a:solidFill>
          <a:ln/>
        </p:spPr>
      </p:sp>
      <p:sp>
        <p:nvSpPr>
          <p:cNvPr id="19" name="Text 17"/>
          <p:cNvSpPr/>
          <p:nvPr/>
        </p:nvSpPr>
        <p:spPr>
          <a:xfrm>
            <a:off x="6748272" y="15727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48272" y="1828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D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2487168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SDK, token lists, RWA integrations as assets land on-chain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65760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071B10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7856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07822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Buildathon prize + Arbitrum Foundation grant consideration, funding the audit and mainnet launch. The product is already built — we're asking to make it safe and permanent.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806440" y="365760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0B2818"/>
          </a:solidFill>
          <a:ln w="9525">
            <a:solidFill>
              <a:srgbClr val="2A463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37856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A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Loxley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05993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+ repo links in submission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3B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Robinhood Chain testnet · 46630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Loxley — Flagship DEX for Robinhood Chain</dc:title>
  <dc:subject>PptxGenJS Presentation</dc:subject>
  <dc:creator>Loxley</dc:creator>
  <cp:lastModifiedBy>Loxley</cp:lastModifiedBy>
  <cp:revision>1</cp:revision>
  <dcterms:created xsi:type="dcterms:W3CDTF">2026-07-05T00:20:10Z</dcterms:created>
  <dcterms:modified xsi:type="dcterms:W3CDTF">2026-07-05T00:20:10Z</dcterms:modified>
</cp:coreProperties>
</file>